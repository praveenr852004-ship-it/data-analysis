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772400" cy="4445000"/>
  <p:notesSz cx="7772400" cy="4445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C58422-7414-44E4-A632-E107992FFF39}" v="1" dt="2025-11-11T05:26:21.91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931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EEN R" userId="21faeee72ca2baa1" providerId="LiveId" clId="{A6FA244C-F0BE-4801-8996-636DCDBA5078}"/>
    <pc:docChg chg="custSel modSld">
      <pc:chgData name="PRAVEEN R" userId="21faeee72ca2baa1" providerId="LiveId" clId="{A6FA244C-F0BE-4801-8996-636DCDBA5078}" dt="2025-11-11T05:26:33.924" v="11" actId="14100"/>
      <pc:docMkLst>
        <pc:docMk/>
      </pc:docMkLst>
      <pc:sldChg chg="addSp modSp mod">
        <pc:chgData name="PRAVEEN R" userId="21faeee72ca2baa1" providerId="LiveId" clId="{A6FA244C-F0BE-4801-8996-636DCDBA5078}" dt="2025-11-11T05:26:33.924" v="11" actId="14100"/>
        <pc:sldMkLst>
          <pc:docMk/>
          <pc:sldMk cId="0" sldId="256"/>
        </pc:sldMkLst>
        <pc:spChg chg="add mod">
          <ac:chgData name="PRAVEEN R" userId="21faeee72ca2baa1" providerId="LiveId" clId="{A6FA244C-F0BE-4801-8996-636DCDBA5078}" dt="2025-11-11T05:26:33.924" v="11" actId="14100"/>
          <ac:spMkLst>
            <pc:docMk/>
            <pc:sldMk cId="0" sldId="256"/>
            <ac:spMk id="3" creationId="{90E58A8D-9BB8-A03E-41F2-DF9B65355B7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1358265"/>
            <a:ext cx="6606540" cy="920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2453640"/>
            <a:ext cx="5440680" cy="1095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1007745"/>
            <a:ext cx="3380994" cy="2891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1007745"/>
            <a:ext cx="3380994" cy="2891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175260"/>
            <a:ext cx="6995160" cy="701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1007745"/>
            <a:ext cx="6995160" cy="2891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4074795"/>
            <a:ext cx="2487168" cy="21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4074795"/>
            <a:ext cx="1787652" cy="21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4074795"/>
            <a:ext cx="1787652" cy="21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81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E58A8D-9BB8-A03E-41F2-DF9B65355B7D}"/>
              </a:ext>
            </a:extLst>
          </p:cNvPr>
          <p:cNvSpPr txBox="1"/>
          <p:nvPr/>
        </p:nvSpPr>
        <p:spPr>
          <a:xfrm>
            <a:off x="4800600" y="3822700"/>
            <a:ext cx="1946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Praveen.r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44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5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5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94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1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3</Words>
  <Application>Microsoft Office PowerPoint</Application>
  <PresentationFormat>Custom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PRAVEEN R</cp:lastModifiedBy>
  <cp:revision>1</cp:revision>
  <dcterms:created xsi:type="dcterms:W3CDTF">2025-11-11T02:53:46Z</dcterms:created>
  <dcterms:modified xsi:type="dcterms:W3CDTF">2025-11-11T05:26:41Z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2025-11-11T00:00:00Z</vt:filetime>
  </property>
  <property fmtid="{D5CDD505-2E9C-101B-9397-08002B2CF9AE}" pid="3" name="LastSaved">
    <vt:filetime>2025-11-11T00:00:00Z</vt:filetime>
  </property>
  <property fmtid="{D5CDD505-2E9C-101B-9397-08002B2CF9AE}" pid="4" name="Producer">
    <vt:lpwstr>3-Heights(TM) PDF Security Shell 4.8.25.2 (http://www.pdf-tools.com)</vt:lpwstr>
  </property>
</Properties>
</file>