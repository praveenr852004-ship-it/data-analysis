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7772400" cy="4445000"/>
  <p:notesSz cx="7772400" cy="4445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1358265"/>
            <a:ext cx="6606540" cy="9201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2453640"/>
            <a:ext cx="5440680" cy="10953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1007745"/>
            <a:ext cx="3380994" cy="2891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1007745"/>
            <a:ext cx="3380994" cy="2891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175260"/>
            <a:ext cx="6995160" cy="701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1007745"/>
            <a:ext cx="6995160" cy="2891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4074795"/>
            <a:ext cx="2487168" cy="219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4074795"/>
            <a:ext cx="1787652" cy="219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4074795"/>
            <a:ext cx="1787652" cy="219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772400" cy="4381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772400" cy="4445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772400" cy="4356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772400" cy="4356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772400" cy="4394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772400" cy="431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2025-11-11T02:53:46Z</dcterms:created>
  <dcterms:modified xsi:type="dcterms:W3CDTF">2025-11-11T02:53:46Z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2025-11-11T00:00:00Z</vt:filetime>
  </property>
  <property fmtid="{D5CDD505-2E9C-101B-9397-08002B2CF9AE}" pid="3" name="LastSaved">
    <vt:filetime>2025-11-11T00:00:00Z</vt:filetime>
  </property>
  <property fmtid="{D5CDD505-2E9C-101B-9397-08002B2CF9AE}" pid="4" name="Producer">
    <vt:lpwstr>3-Heights(TM) PDF Security Shell 4.8.25.2 (http://www.pdf-tools.com)</vt:lpwstr>
  </property>
</Properties>
</file>